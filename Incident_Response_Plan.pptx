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Incident Response: Phishing &amp; Suspected Compromise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3"/>
                </a:solidFill>
              </a:rPr>
              <a:t>Slide 1 of 3 | Identification: what happened and what we are seeing</a:t>
            </a:r>
            <a:endParaRPr lang="en-US" sz="1300" dirty="0"/>
          </a:p>
        </p:txBody>
      </p:sp>
      <p:sp>
        <p:nvSpPr>
          <p:cNvPr id="5" name="Scenario (Monday morning) card"/>
          <p:cNvSpPr/>
          <p:nvPr/>
        </p:nvSpPr>
        <p:spPr>
          <a:xfrm>
            <a:off x="457200" y="1097280"/>
            <a:ext cx="4023360" cy="292608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6" name="Scenario (Monday morning) accent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8A"/>
                </a:solidFill>
              </a:rPr>
              <a:t>Scenario (Monday morning)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544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</a:rPr>
              <a:t>Finance Department employee receives an email that appears to come from a regular business supplier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</a:rPr>
              <a:t>Attachment labeled "Updated Invoice.pdf" is opened; it does not display correctly and the employee closes 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</a:rPr>
              <a:t>Over the next several hours, security monitoring detects unusual activity from the employee's workstation</a:t>
            </a:r>
            <a:endParaRPr lang="en-US" sz="1400" dirty="0"/>
          </a:p>
        </p:txBody>
      </p:sp>
      <p:sp>
        <p:nvSpPr>
          <p:cNvPr id="9" name="Indicators observed by IT Security card"/>
          <p:cNvSpPr/>
          <p:nvPr/>
        </p:nvSpPr>
        <p:spPr>
          <a:xfrm>
            <a:off x="4663440" y="1097280"/>
            <a:ext cx="4023360" cy="292608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0" name="Indicators observed by IT Security accent"/>
          <p:cNvSpPr/>
          <p:nvPr/>
        </p:nvSpPr>
        <p:spPr>
          <a:xfrm>
            <a:off x="4663440" y="1097280"/>
            <a:ext cx="73152" cy="292608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</a:rPr>
              <a:t>Indicators observed by IT Security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544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</a:rPr>
              <a:t>Several connections from unexpected ports and IPs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</a:rPr>
              <a:t>Multiple unexpected connections to the Automation server and prod servers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</a:rPr>
              <a:t>Several files being modified unusually quickly</a:t>
            </a:r>
            <a:endParaRPr lang="en-US" sz="1400" dirty="0"/>
          </a:p>
        </p:txBody>
      </p:sp>
      <p:sp>
        <p:nvSpPr>
          <p:cNvPr id="13" name="Assessment bar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Initial assessment: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suspected malicious PDF attachment (phishing) with activity reaching the Automation and prod servers. Treat as a security incident and escalate immediately.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Response: Contain, Eradicate, Recover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3"/>
                </a:solidFill>
              </a:rPr>
              <a:t>Slide 2 of 3 | Actions taken in order</a:t>
            </a:r>
            <a:endParaRPr lang="en-US" sz="1300" dirty="0"/>
          </a:p>
        </p:txBody>
      </p:sp>
      <p:sp>
        <p:nvSpPr>
          <p:cNvPr id="5" name="1. Containment card"/>
          <p:cNvSpPr/>
          <p:nvPr/>
        </p:nvSpPr>
        <p:spPr>
          <a:xfrm>
            <a:off x="457200" y="1097280"/>
            <a:ext cx="2633472" cy="374904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6" name="1. Containment accent"/>
          <p:cNvSpPr/>
          <p:nvPr/>
        </p:nvSpPr>
        <p:spPr>
          <a:xfrm>
            <a:off x="457200" y="1097280"/>
            <a:ext cx="73152" cy="374904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8872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</a:rPr>
              <a:t>1. Containment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54480"/>
            <a:ext cx="226771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</a:rPr>
              <a:t>Isolate the Finance workstation from the network (keep it powered on to preserve evidence)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</a:rPr>
              <a:t>Block the unexpected IPs and ports at the firewall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</a:rPr>
              <a:t>Restrict and monitor access to the Automation server and prod servers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</a:rPr>
              <a:t>Reset the employee's credentials and any credentials used on affected servers</a:t>
            </a:r>
            <a:endParaRPr lang="en-US" sz="1200" dirty="0"/>
          </a:p>
        </p:txBody>
      </p:sp>
      <p:sp>
        <p:nvSpPr>
          <p:cNvPr id="9" name="2. Eradication card"/>
          <p:cNvSpPr/>
          <p:nvPr/>
        </p:nvSpPr>
        <p:spPr>
          <a:xfrm>
            <a:off x="3255264" y="1097280"/>
            <a:ext cx="2633472" cy="374904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0" name="2. Eradication accent"/>
          <p:cNvSpPr/>
          <p:nvPr/>
        </p:nvSpPr>
        <p:spPr>
          <a:xfrm>
            <a:off x="3255264" y="1097280"/>
            <a:ext cx="73152" cy="374904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83864" y="118872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8A"/>
                </a:solidFill>
              </a:rPr>
              <a:t>2. Eradication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83864" y="1554480"/>
            <a:ext cx="226771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</a:rPr>
              <a:t>Quarantine and analyze "Updated Invoice.pdf"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</a:rPr>
              <a:t>Remove the email from all mailboxes and block the sender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</a:rPr>
              <a:t>Scan the workstation, Automation server and prod servers for malware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</a:rPr>
              <a:t>Review the modified files to determine the scope of impact</a:t>
            </a:r>
            <a:endParaRPr lang="en-US" sz="1200" dirty="0"/>
          </a:p>
        </p:txBody>
      </p:sp>
      <p:sp>
        <p:nvSpPr>
          <p:cNvPr id="13" name="3. Recovery card"/>
          <p:cNvSpPr/>
          <p:nvPr/>
        </p:nvSpPr>
        <p:spPr>
          <a:xfrm>
            <a:off x="6053328" y="1097280"/>
            <a:ext cx="2633472" cy="374904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4" name="3. Recovery accent"/>
          <p:cNvSpPr/>
          <p:nvPr/>
        </p:nvSpPr>
        <p:spPr>
          <a:xfrm>
            <a:off x="6053328" y="1097280"/>
            <a:ext cx="73152" cy="37490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1928" y="118872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3. Recovery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81928" y="1554480"/>
            <a:ext cx="226771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</a:rPr>
              <a:t>Rebuild the workstation from a clean image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</a:rPr>
              <a:t>Restore modified files from clean backups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</a:rPr>
              <a:t>Verify the Automation and prod servers are clean before normal operations resume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</a:rPr>
              <a:t>Keep enhanced monitoring in place after recovery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Communication, Post-Incident Review &amp; Prevention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3"/>
                </a:solidFill>
              </a:rPr>
              <a:t>Slide 3 of 3 | Closing the incident and reducing the chance of repeat</a:t>
            </a:r>
            <a:endParaRPr lang="en-US" sz="1300" dirty="0"/>
          </a:p>
        </p:txBody>
      </p:sp>
      <p:sp>
        <p:nvSpPr>
          <p:cNvPr id="5" name="Communication &amp; Escalation card"/>
          <p:cNvSpPr/>
          <p:nvPr/>
        </p:nvSpPr>
        <p:spPr>
          <a:xfrm>
            <a:off x="457200" y="1097280"/>
            <a:ext cx="4023360" cy="374904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6" name="Communication &amp; Escalation accent"/>
          <p:cNvSpPr/>
          <p:nvPr/>
        </p:nvSpPr>
        <p:spPr>
          <a:xfrm>
            <a:off x="457200" y="1097280"/>
            <a:ext cx="73152" cy="374904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8A"/>
                </a:solidFill>
              </a:rPr>
              <a:t>Communication &amp; Escalation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5448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</a:rPr>
              <a:t>Escalate to the IT security lead and notify management and the Finance manager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</a:rPr>
              <a:t>Confirm the invoice with the real supplier using a known contact method, not the email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</a:rPr>
              <a:t>Warn other employees about the suspicious email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</a:rPr>
              <a:t>Keep a written log of actions and timestamps throughout</a:t>
            </a:r>
            <a:endParaRPr lang="en-US" sz="1350" dirty="0"/>
          </a:p>
        </p:txBody>
      </p:sp>
      <p:sp>
        <p:nvSpPr>
          <p:cNvPr id="9" name="Post-Incident Review &amp; Prevention card"/>
          <p:cNvSpPr/>
          <p:nvPr/>
        </p:nvSpPr>
        <p:spPr>
          <a:xfrm>
            <a:off x="4663440" y="1097280"/>
            <a:ext cx="4023360" cy="374904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0" name="Post-Incident Review &amp; Prevention accent"/>
          <p:cNvSpPr/>
          <p:nvPr/>
        </p:nvSpPr>
        <p:spPr>
          <a:xfrm>
            <a:off x="4663440" y="1097280"/>
            <a:ext cx="73152" cy="37490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Post-Incident Review &amp; Prevention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5448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</a:rPr>
              <a:t>Document the full timeline, root cause and affected systems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</a:rPr>
              <a:t>Hold a lessons-learned review and update this response plan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</a:rPr>
              <a:t>Provide phishing awareness training, starting with the Finance Department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</a:rPr>
              <a:t>Strengthen email attachment filtering and monitoring alerts for the Automation and prod servers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Response Plan</dc:title>
  <dc:subject>PptxGenJS Presentation</dc:subject>
  <dc:creator>PptxGenJS</dc:creator>
  <cp:lastModifiedBy>PptxGenJS</cp:lastModifiedBy>
  <cp:revision>1</cp:revision>
  <dcterms:created xsi:type="dcterms:W3CDTF">2026-10-03T05:13:29Z</dcterms:created>
  <dcterms:modified xsi:type="dcterms:W3CDTF">2026-10-03T05:13:29Z</dcterms:modified>
</cp:coreProperties>
</file>